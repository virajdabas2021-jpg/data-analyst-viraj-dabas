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Diamond Retail Pricing &amp; Product-Mix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Business question: where should management focus pricing and assortment attention?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Public dataset: 53,940 diamond records from ggplot2.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Management lens: price drivers, premium concentration and data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Raw data: 53,940 rows × 10 columns.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Cleaning: removed 146 exact duplicates and 20 zero-dimension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Created volume, price-per-carat, size bands and price tiers.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Used descriptive statistics, segment comparisons, correlations and value concentration.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Carat is the strongest observed price driver (r = 0.922).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Premium cut average price is 32.3% above Ideal.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2+ ct products are 3.5% of records but 13.2% of value proxy.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Top 10% by price contribute ~34.4% of total price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Deep-Dive: Size &amp; Value Concentration</a:t>
            </a:r>
          </a:p>
        </p:txBody>
      </p:sp>
      <p:pic>
        <p:nvPicPr>
          <p:cNvPr id="3" name="Picture 2" descr="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698480" cy="6919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1. Make carat bands a core pricing and assortment lens.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2. Create a premium-product monitoring view for the top 10% by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3. Evaluate cut/clarity premiums only after controlling for carat.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Business Impact &amp;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Focus commercial attention on high-value inventory and improve pricing discipline.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Track average selling price, price per carat, premium mix, availability and markdown 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Evaluate success using future commercial outcomes, not only descriptive averages.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No customer, channel, promotion, cost or margin data — profitability cannot be inferred.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Segment differences are descriptive and may be confounded by carat/product mix.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Next: build a carat-controlled pricing model and add richer commercial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